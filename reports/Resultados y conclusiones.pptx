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D35CE-E081-4FD5-9611-78F0CB323FF1}" v="41" dt="2026-05-06T20:01:21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592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RREDONDO RENERO" userId="35ea85b5-f4f5-4430-9e6a-af4ae47664e8" providerId="ADAL" clId="{435D35CE-E081-4FD5-9611-78F0CB323FF1}"/>
    <pc:docChg chg="undo redo custSel addSld modSld addMainMaster delMainMaster">
      <pc:chgData name="GUILLERMO ARREDONDO RENERO" userId="35ea85b5-f4f5-4430-9e6a-af4ae47664e8" providerId="ADAL" clId="{435D35CE-E081-4FD5-9611-78F0CB323FF1}" dt="2026-05-07T00:33:47.335" v="3632" actId="27636"/>
      <pc:docMkLst>
        <pc:docMk/>
      </pc:docMkLst>
      <pc:sldChg chg="addSp delSp modSp new mod setBg modClrScheme chgLayout">
        <pc:chgData name="GUILLERMO ARREDONDO RENERO" userId="35ea85b5-f4f5-4430-9e6a-af4ae47664e8" providerId="ADAL" clId="{435D35CE-E081-4FD5-9611-78F0CB323FF1}" dt="2026-05-06T18:46:12.492" v="864" actId="14100"/>
        <pc:sldMkLst>
          <pc:docMk/>
          <pc:sldMk cId="1706733342" sldId="256"/>
        </pc:sldMkLst>
        <pc:spChg chg="mod">
          <ac:chgData name="GUILLERMO ARREDONDO RENERO" userId="35ea85b5-f4f5-4430-9e6a-af4ae47664e8" providerId="ADAL" clId="{435D35CE-E081-4FD5-9611-78F0CB323FF1}" dt="2026-05-06T18:42:38.357" v="547" actId="26606"/>
          <ac:spMkLst>
            <pc:docMk/>
            <pc:sldMk cId="1706733342" sldId="256"/>
            <ac:spMk id="2" creationId="{9D205556-8EB3-42EA-9D74-D299E02AE7F9}"/>
          </ac:spMkLst>
        </pc:spChg>
        <pc:spChg chg="mod">
          <ac:chgData name="GUILLERMO ARREDONDO RENERO" userId="35ea85b5-f4f5-4430-9e6a-af4ae47664e8" providerId="ADAL" clId="{435D35CE-E081-4FD5-9611-78F0CB323FF1}" dt="2026-05-06T18:46:06.124" v="863" actId="113"/>
          <ac:spMkLst>
            <pc:docMk/>
            <pc:sldMk cId="1706733342" sldId="256"/>
            <ac:spMk id="3" creationId="{698BA574-0716-4D82-BAEC-481AD94BABB6}"/>
          </ac:spMkLst>
        </pc:spChg>
        <pc:spChg chg="add mod">
          <ac:chgData name="GUILLERMO ARREDONDO RENERO" userId="35ea85b5-f4f5-4430-9e6a-af4ae47664e8" providerId="ADAL" clId="{435D35CE-E081-4FD5-9611-78F0CB323FF1}" dt="2026-05-06T18:45:54.834" v="858" actId="113"/>
          <ac:spMkLst>
            <pc:docMk/>
            <pc:sldMk cId="1706733342" sldId="256"/>
            <ac:spMk id="12" creationId="{4DF0C9E4-A071-4418-93AD-5F4EFF97FF78}"/>
          </ac:spMkLst>
        </pc:spChg>
        <pc:spChg chg="add">
          <ac:chgData name="GUILLERMO ARREDONDO RENERO" userId="35ea85b5-f4f5-4430-9e6a-af4ae47664e8" providerId="ADAL" clId="{435D35CE-E081-4FD5-9611-78F0CB323FF1}" dt="2026-05-06T18:42:38.357" v="547" actId="26606"/>
          <ac:spMkLst>
            <pc:docMk/>
            <pc:sldMk cId="1706733342" sldId="256"/>
            <ac:spMk id="13" creationId="{E49D7415-2F11-44C2-B6AA-13A25B6814B9}"/>
          </ac:spMkLst>
        </pc:spChg>
        <pc:picChg chg="add del">
          <ac:chgData name="GUILLERMO ARREDONDO RENERO" userId="35ea85b5-f4f5-4430-9e6a-af4ae47664e8" providerId="ADAL" clId="{435D35CE-E081-4FD5-9611-78F0CB323FF1}" dt="2026-05-06T18:42:57.839" v="553" actId="478"/>
          <ac:picMkLst>
            <pc:docMk/>
            <pc:sldMk cId="1706733342" sldId="256"/>
            <ac:picMk id="4" creationId="{0EF81C1A-71A0-0FC9-8204-1A8327DC49CD}"/>
          </ac:picMkLst>
        </pc:picChg>
        <pc:cxnChg chg="add mod">
          <ac:chgData name="GUILLERMO ARREDONDO RENERO" userId="35ea85b5-f4f5-4430-9e6a-af4ae47664e8" providerId="ADAL" clId="{435D35CE-E081-4FD5-9611-78F0CB323FF1}" dt="2026-05-06T18:46:12.492" v="864" actId="14100"/>
          <ac:cxnSpMkLst>
            <pc:docMk/>
            <pc:sldMk cId="1706733342" sldId="256"/>
            <ac:cxnSpMk id="6" creationId="{61B0F92A-909E-42A9-8579-E6D18AA3000E}"/>
          </ac:cxnSpMkLst>
        </pc:cxnChg>
        <pc:cxnChg chg="add">
          <ac:chgData name="GUILLERMO ARREDONDO RENERO" userId="35ea85b5-f4f5-4430-9e6a-af4ae47664e8" providerId="ADAL" clId="{435D35CE-E081-4FD5-9611-78F0CB323FF1}" dt="2026-05-06T18:42:38.357" v="547" actId="26606"/>
          <ac:cxnSpMkLst>
            <pc:docMk/>
            <pc:sldMk cId="1706733342" sldId="256"/>
            <ac:cxnSpMk id="9" creationId="{F64F9B95-9045-48D2-B9F3-2927E98F54AA}"/>
          </ac:cxnSpMkLst>
        </pc:cxnChg>
        <pc:cxnChg chg="add">
          <ac:chgData name="GUILLERMO ARREDONDO RENERO" userId="35ea85b5-f4f5-4430-9e6a-af4ae47664e8" providerId="ADAL" clId="{435D35CE-E081-4FD5-9611-78F0CB323FF1}" dt="2026-05-06T18:42:38.357" v="547" actId="26606"/>
          <ac:cxnSpMkLst>
            <pc:docMk/>
            <pc:sldMk cId="1706733342" sldId="256"/>
            <ac:cxnSpMk id="11" creationId="{085AA86F-6A4D-4BCB-A045-D992CDC2959B}"/>
          </ac:cxnSpMkLst>
        </pc:cxnChg>
        <pc:cxnChg chg="add">
          <ac:chgData name="GUILLERMO ARREDONDO RENERO" userId="35ea85b5-f4f5-4430-9e6a-af4ae47664e8" providerId="ADAL" clId="{435D35CE-E081-4FD5-9611-78F0CB323FF1}" dt="2026-05-06T18:42:38.357" v="547" actId="26606"/>
          <ac:cxnSpMkLst>
            <pc:docMk/>
            <pc:sldMk cId="1706733342" sldId="256"/>
            <ac:cxnSpMk id="15" creationId="{3815BE95-1337-20E2-B2EF-5DA486F72FCB}"/>
          </ac:cxnSpMkLst>
        </pc:cxnChg>
      </pc:sldChg>
      <pc:sldChg chg="addSp delSp modSp new mod">
        <pc:chgData name="GUILLERMO ARREDONDO RENERO" userId="35ea85b5-f4f5-4430-9e6a-af4ae47664e8" providerId="ADAL" clId="{435D35CE-E081-4FD5-9611-78F0CB323FF1}" dt="2026-05-06T20:01:54.648" v="2388" actId="14100"/>
        <pc:sldMkLst>
          <pc:docMk/>
          <pc:sldMk cId="1007546913" sldId="257"/>
        </pc:sldMkLst>
        <pc:spChg chg="mod">
          <ac:chgData name="GUILLERMO ARREDONDO RENERO" userId="35ea85b5-f4f5-4430-9e6a-af4ae47664e8" providerId="ADAL" clId="{435D35CE-E081-4FD5-9611-78F0CB323FF1}" dt="2026-05-06T18:57:17.610" v="1245" actId="27636"/>
          <ac:spMkLst>
            <pc:docMk/>
            <pc:sldMk cId="1007546913" sldId="257"/>
            <ac:spMk id="2" creationId="{004F309D-2CF2-4E29-8A31-5FE50671AFB9}"/>
          </ac:spMkLst>
        </pc:spChg>
        <pc:spChg chg="add del mod">
          <ac:chgData name="GUILLERMO ARREDONDO RENERO" userId="35ea85b5-f4f5-4430-9e6a-af4ae47664e8" providerId="ADAL" clId="{435D35CE-E081-4FD5-9611-78F0CB323FF1}" dt="2026-05-06T18:50:55.434" v="982" actId="3680"/>
          <ac:spMkLst>
            <pc:docMk/>
            <pc:sldMk cId="1007546913" sldId="257"/>
            <ac:spMk id="3" creationId="{29772DB5-5CDA-4081-AC45-D59DD231E9DD}"/>
          </ac:spMkLst>
        </pc:spChg>
        <pc:spChg chg="add mod">
          <ac:chgData name="GUILLERMO ARREDONDO RENERO" userId="35ea85b5-f4f5-4430-9e6a-af4ae47664e8" providerId="ADAL" clId="{435D35CE-E081-4FD5-9611-78F0CB323FF1}" dt="2026-05-06T18:56:51.910" v="1235" actId="14100"/>
          <ac:spMkLst>
            <pc:docMk/>
            <pc:sldMk cId="1007546913" sldId="257"/>
            <ac:spMk id="4" creationId="{E0ACACE4-BBAE-443E-8D7B-453FC5D5305C}"/>
          </ac:spMkLst>
        </pc:spChg>
        <pc:spChg chg="add del mod">
          <ac:chgData name="GUILLERMO ARREDONDO RENERO" userId="35ea85b5-f4f5-4430-9e6a-af4ae47664e8" providerId="ADAL" clId="{435D35CE-E081-4FD5-9611-78F0CB323FF1}" dt="2026-05-06T18:54:07.852" v="1103" actId="478"/>
          <ac:spMkLst>
            <pc:docMk/>
            <pc:sldMk cId="1007546913" sldId="257"/>
            <ac:spMk id="13" creationId="{1DB66018-C294-47E5-9A01-CA1BA647C79D}"/>
          </ac:spMkLst>
        </pc:spChg>
        <pc:spChg chg="add mod">
          <ac:chgData name="GUILLERMO ARREDONDO RENERO" userId="35ea85b5-f4f5-4430-9e6a-af4ae47664e8" providerId="ADAL" clId="{435D35CE-E081-4FD5-9611-78F0CB323FF1}" dt="2026-05-06T20:00:51.033" v="2241" actId="14100"/>
          <ac:spMkLst>
            <pc:docMk/>
            <pc:sldMk cId="1007546913" sldId="257"/>
            <ac:spMk id="16" creationId="{E7C0EA15-E060-4CDD-8AD8-0E0D18E652E4}"/>
          </ac:spMkLst>
        </pc:spChg>
        <pc:spChg chg="add mod">
          <ac:chgData name="GUILLERMO ARREDONDO RENERO" userId="35ea85b5-f4f5-4430-9e6a-af4ae47664e8" providerId="ADAL" clId="{435D35CE-E081-4FD5-9611-78F0CB323FF1}" dt="2026-05-06T20:01:54.648" v="2388" actId="14100"/>
          <ac:spMkLst>
            <pc:docMk/>
            <pc:sldMk cId="1007546913" sldId="257"/>
            <ac:spMk id="19" creationId="{407CE325-329F-4E30-B58D-B1FADB90C679}"/>
          </ac:spMkLst>
        </pc:spChg>
        <pc:graphicFrameChg chg="add del mod ord modGraphic">
          <ac:chgData name="GUILLERMO ARREDONDO RENERO" userId="35ea85b5-f4f5-4430-9e6a-af4ae47664e8" providerId="ADAL" clId="{435D35CE-E081-4FD5-9611-78F0CB323FF1}" dt="2026-05-06T18:49:32.910" v="961" actId="3680"/>
          <ac:graphicFrameMkLst>
            <pc:docMk/>
            <pc:sldMk cId="1007546913" sldId="257"/>
            <ac:graphicFrameMk id="5" creationId="{58315381-5651-40CC-9861-C08AEE43008D}"/>
          </ac:graphicFrameMkLst>
        </pc:graphicFrameChg>
        <pc:graphicFrameChg chg="add del mod ord modGraphic">
          <ac:chgData name="GUILLERMO ARREDONDO RENERO" userId="35ea85b5-f4f5-4430-9e6a-af4ae47664e8" providerId="ADAL" clId="{435D35CE-E081-4FD5-9611-78F0CB323FF1}" dt="2026-05-06T20:00:12.986" v="2199" actId="207"/>
          <ac:graphicFrameMkLst>
            <pc:docMk/>
            <pc:sldMk cId="1007546913" sldId="257"/>
            <ac:graphicFrameMk id="10" creationId="{CF74BD90-CBA2-473C-995E-2F7841197C4E}"/>
          </ac:graphicFrameMkLst>
        </pc:graphicFrameChg>
        <pc:graphicFrameChg chg="add mod modGraphic">
          <ac:chgData name="GUILLERMO ARREDONDO RENERO" userId="35ea85b5-f4f5-4430-9e6a-af4ae47664e8" providerId="ADAL" clId="{435D35CE-E081-4FD5-9611-78F0CB323FF1}" dt="2026-05-06T20:00:22.415" v="2200" actId="207"/>
          <ac:graphicFrameMkLst>
            <pc:docMk/>
            <pc:sldMk cId="1007546913" sldId="257"/>
            <ac:graphicFrameMk id="11" creationId="{355D1AAD-44E7-4562-8755-8643C65FF220}"/>
          </ac:graphicFrameMkLst>
        </pc:graphicFrameChg>
        <pc:picChg chg="add del mod ord">
          <ac:chgData name="GUILLERMO ARREDONDO RENERO" userId="35ea85b5-f4f5-4430-9e6a-af4ae47664e8" providerId="ADAL" clId="{435D35CE-E081-4FD5-9611-78F0CB323FF1}" dt="2026-05-06T18:50:44.066" v="969" actId="22"/>
          <ac:picMkLst>
            <pc:docMk/>
            <pc:sldMk cId="1007546913" sldId="257"/>
            <ac:picMk id="7" creationId="{C590F69C-46D3-4394-9609-06145BC237F7}"/>
          </ac:picMkLst>
        </pc:picChg>
        <pc:picChg chg="add del mod">
          <ac:chgData name="GUILLERMO ARREDONDO RENERO" userId="35ea85b5-f4f5-4430-9e6a-af4ae47664e8" providerId="ADAL" clId="{435D35CE-E081-4FD5-9611-78F0CB323FF1}" dt="2026-05-06T18:50:43.272" v="967" actId="22"/>
          <ac:picMkLst>
            <pc:docMk/>
            <pc:sldMk cId="1007546913" sldId="257"/>
            <ac:picMk id="9" creationId="{E6411746-4BBF-46C9-B995-A20197C587E7}"/>
          </ac:picMkLst>
        </pc:picChg>
        <pc:picChg chg="add del mod">
          <ac:chgData name="GUILLERMO ARREDONDO RENERO" userId="35ea85b5-f4f5-4430-9e6a-af4ae47664e8" providerId="ADAL" clId="{435D35CE-E081-4FD5-9611-78F0CB323FF1}" dt="2026-05-06T19:46:58.448" v="1334" actId="931"/>
          <ac:picMkLst>
            <pc:docMk/>
            <pc:sldMk cId="1007546913" sldId="257"/>
            <ac:picMk id="15" creationId="{B888A4B8-EAC8-4643-AE3E-CE2FF82BF408}"/>
          </ac:picMkLst>
        </pc:picChg>
        <pc:cxnChg chg="add">
          <ac:chgData name="GUILLERMO ARREDONDO RENERO" userId="35ea85b5-f4f5-4430-9e6a-af4ae47664e8" providerId="ADAL" clId="{435D35CE-E081-4FD5-9611-78F0CB323FF1}" dt="2026-05-06T20:01:06.613" v="2242" actId="11529"/>
          <ac:cxnSpMkLst>
            <pc:docMk/>
            <pc:sldMk cId="1007546913" sldId="257"/>
            <ac:cxnSpMk id="18" creationId="{6BCA2A9F-8BCA-43D6-8B06-8DEFC3F458EE}"/>
          </ac:cxnSpMkLst>
        </pc:cxnChg>
      </pc:sldChg>
      <pc:sldChg chg="addSp delSp modSp new mod">
        <pc:chgData name="GUILLERMO ARREDONDO RENERO" userId="35ea85b5-f4f5-4430-9e6a-af4ae47664e8" providerId="ADAL" clId="{435D35CE-E081-4FD5-9611-78F0CB323FF1}" dt="2026-05-07T00:33:47.335" v="3632" actId="27636"/>
        <pc:sldMkLst>
          <pc:docMk/>
          <pc:sldMk cId="2322661703" sldId="258"/>
        </pc:sldMkLst>
        <pc:spChg chg="mod">
          <ac:chgData name="GUILLERMO ARREDONDO RENERO" userId="35ea85b5-f4f5-4430-9e6a-af4ae47664e8" providerId="ADAL" clId="{435D35CE-E081-4FD5-9611-78F0CB323FF1}" dt="2026-05-06T19:48:49.459" v="1412" actId="20577"/>
          <ac:spMkLst>
            <pc:docMk/>
            <pc:sldMk cId="2322661703" sldId="258"/>
            <ac:spMk id="2" creationId="{571ABB97-EDA2-4831-846F-70C2E1E52830}"/>
          </ac:spMkLst>
        </pc:spChg>
        <pc:spChg chg="mod">
          <ac:chgData name="GUILLERMO ARREDONDO RENERO" userId="35ea85b5-f4f5-4430-9e6a-af4ae47664e8" providerId="ADAL" clId="{435D35CE-E081-4FD5-9611-78F0CB323FF1}" dt="2026-05-07T00:33:47.335" v="3632" actId="27636"/>
          <ac:spMkLst>
            <pc:docMk/>
            <pc:sldMk cId="2322661703" sldId="258"/>
            <ac:spMk id="3" creationId="{80F8734F-3C50-403D-B77D-AA7613E71C18}"/>
          </ac:spMkLst>
        </pc:spChg>
        <pc:spChg chg="add mod">
          <ac:chgData name="GUILLERMO ARREDONDO RENERO" userId="35ea85b5-f4f5-4430-9e6a-af4ae47664e8" providerId="ADAL" clId="{435D35CE-E081-4FD5-9611-78F0CB323FF1}" dt="2026-05-07T00:31:02.235" v="3412" actId="20577"/>
          <ac:spMkLst>
            <pc:docMk/>
            <pc:sldMk cId="2322661703" sldId="258"/>
            <ac:spMk id="4" creationId="{6D9423CD-0FA5-4BB2-B576-76BFC33B61BF}"/>
          </ac:spMkLst>
        </pc:spChg>
        <pc:spChg chg="add del mod">
          <ac:chgData name="GUILLERMO ARREDONDO RENERO" userId="35ea85b5-f4f5-4430-9e6a-af4ae47664e8" providerId="ADAL" clId="{435D35CE-E081-4FD5-9611-78F0CB323FF1}" dt="2026-05-06T19:56:03.024" v="2036"/>
          <ac:spMkLst>
            <pc:docMk/>
            <pc:sldMk cId="2322661703" sldId="258"/>
            <ac:spMk id="5" creationId="{103863BC-518C-43BB-ADBC-3D7C372AD284}"/>
          </ac:spMkLst>
        </pc:spChg>
        <pc:spChg chg="add mod">
          <ac:chgData name="GUILLERMO ARREDONDO RENERO" userId="35ea85b5-f4f5-4430-9e6a-af4ae47664e8" providerId="ADAL" clId="{435D35CE-E081-4FD5-9611-78F0CB323FF1}" dt="2026-05-06T19:56:42.133" v="2095" actId="20577"/>
          <ac:spMkLst>
            <pc:docMk/>
            <pc:sldMk cId="2322661703" sldId="258"/>
            <ac:spMk id="6" creationId="{F135DD63-1651-48F3-9367-57C92A674DA0}"/>
          </ac:spMkLst>
        </pc:spChg>
        <pc:spChg chg="add mod">
          <ac:chgData name="GUILLERMO ARREDONDO RENERO" userId="35ea85b5-f4f5-4430-9e6a-af4ae47664e8" providerId="ADAL" clId="{435D35CE-E081-4FD5-9611-78F0CB323FF1}" dt="2026-05-06T19:56:36.270" v="2077" actId="20577"/>
          <ac:spMkLst>
            <pc:docMk/>
            <pc:sldMk cId="2322661703" sldId="258"/>
            <ac:spMk id="7" creationId="{502FD197-4089-4A9F-BD4C-8503C9E1C7F1}"/>
          </ac:spMkLst>
        </pc:spChg>
      </pc:sldChg>
      <pc:sldChg chg="addSp delSp modSp new mod setBg">
        <pc:chgData name="GUILLERMO ARREDONDO RENERO" userId="35ea85b5-f4f5-4430-9e6a-af4ae47664e8" providerId="ADAL" clId="{435D35CE-E081-4FD5-9611-78F0CB323FF1}" dt="2026-05-06T19:00:51.146" v="1309" actId="20577"/>
        <pc:sldMkLst>
          <pc:docMk/>
          <pc:sldMk cId="2066731644" sldId="259"/>
        </pc:sldMkLst>
        <pc:spChg chg="mod">
          <ac:chgData name="GUILLERMO ARREDONDO RENERO" userId="35ea85b5-f4f5-4430-9e6a-af4ae47664e8" providerId="ADAL" clId="{435D35CE-E081-4FD5-9611-78F0CB323FF1}" dt="2026-05-06T19:00:51.146" v="1309" actId="20577"/>
          <ac:spMkLst>
            <pc:docMk/>
            <pc:sldMk cId="2066731644" sldId="259"/>
            <ac:spMk id="2" creationId="{F6690BBE-49A4-4B44-A0D3-AD1C6488BB7B}"/>
          </ac:spMkLst>
        </pc:spChg>
        <pc:spChg chg="del">
          <ac:chgData name="GUILLERMO ARREDONDO RENERO" userId="35ea85b5-f4f5-4430-9e6a-af4ae47664e8" providerId="ADAL" clId="{435D35CE-E081-4FD5-9611-78F0CB323FF1}" dt="2026-05-06T18:58:49.792" v="1254" actId="931"/>
          <ac:spMkLst>
            <pc:docMk/>
            <pc:sldMk cId="2066731644" sldId="259"/>
            <ac:spMk id="3" creationId="{A07F1B52-286C-4EE2-8431-504E4E1A6D46}"/>
          </ac:spMkLst>
        </pc:spChg>
        <pc:spChg chg="add del">
          <ac:chgData name="GUILLERMO ARREDONDO RENERO" userId="35ea85b5-f4f5-4430-9e6a-af4ae47664e8" providerId="ADAL" clId="{435D35CE-E081-4FD5-9611-78F0CB323FF1}" dt="2026-05-06T18:59:46.291" v="1260" actId="22"/>
          <ac:spMkLst>
            <pc:docMk/>
            <pc:sldMk cId="2066731644" sldId="259"/>
            <ac:spMk id="11" creationId="{F9D3A212-EB60-4FC4-9C6D-025804098BC4}"/>
          </ac:spMkLst>
        </pc:spChg>
        <pc:spChg chg="add">
          <ac:chgData name="GUILLERMO ARREDONDO RENERO" userId="35ea85b5-f4f5-4430-9e6a-af4ae47664e8" providerId="ADAL" clId="{435D35CE-E081-4FD5-9611-78F0CB323FF1}" dt="2026-05-06T18:59:43.930" v="1259" actId="26606"/>
          <ac:spMkLst>
            <pc:docMk/>
            <pc:sldMk cId="2066731644" sldId="259"/>
            <ac:spMk id="14" creationId="{E53615EE-C559-4E03-999B-5477F1626FE5}"/>
          </ac:spMkLst>
        </pc:spChg>
        <pc:picChg chg="add mod">
          <ac:chgData name="GUILLERMO ARREDONDO RENERO" userId="35ea85b5-f4f5-4430-9e6a-af4ae47664e8" providerId="ADAL" clId="{435D35CE-E081-4FD5-9611-78F0CB323FF1}" dt="2026-05-06T19:00:19.322" v="1270" actId="14100"/>
          <ac:picMkLst>
            <pc:docMk/>
            <pc:sldMk cId="2066731644" sldId="259"/>
            <ac:picMk id="5" creationId="{6FFACC7B-BFB9-44B9-8A9B-0D6002F1BA39}"/>
          </ac:picMkLst>
        </pc:picChg>
        <pc:picChg chg="add mod">
          <ac:chgData name="GUILLERMO ARREDONDO RENERO" userId="35ea85b5-f4f5-4430-9e6a-af4ae47664e8" providerId="ADAL" clId="{435D35CE-E081-4FD5-9611-78F0CB323FF1}" dt="2026-05-06T19:00:25.180" v="1271" actId="1076"/>
          <ac:picMkLst>
            <pc:docMk/>
            <pc:sldMk cId="2066731644" sldId="259"/>
            <ac:picMk id="7" creationId="{F2705F96-4FE8-4814-9BD7-3451F6ECC2C1}"/>
          </ac:picMkLst>
        </pc:picChg>
        <pc:picChg chg="add mod ord">
          <ac:chgData name="GUILLERMO ARREDONDO RENERO" userId="35ea85b5-f4f5-4430-9e6a-af4ae47664e8" providerId="ADAL" clId="{435D35CE-E081-4FD5-9611-78F0CB323FF1}" dt="2026-05-06T18:59:57.659" v="1264" actId="1076"/>
          <ac:picMkLst>
            <pc:docMk/>
            <pc:sldMk cId="2066731644" sldId="259"/>
            <ac:picMk id="9" creationId="{AC3400C0-E2FE-4953-B3AA-B86B387E393B}"/>
          </ac:picMkLst>
        </pc:picChg>
        <pc:cxnChg chg="add">
          <ac:chgData name="GUILLERMO ARREDONDO RENERO" userId="35ea85b5-f4f5-4430-9e6a-af4ae47664e8" providerId="ADAL" clId="{435D35CE-E081-4FD5-9611-78F0CB323FF1}" dt="2026-05-06T18:59:43.930" v="1259" actId="26606"/>
          <ac:cxnSpMkLst>
            <pc:docMk/>
            <pc:sldMk cId="2066731644" sldId="259"/>
            <ac:cxnSpMk id="16" creationId="{799A8EBD-049C-48E6-97ED-C9102D78FC79}"/>
          </ac:cxnSpMkLst>
        </pc:cxnChg>
        <pc:cxnChg chg="add">
          <ac:chgData name="GUILLERMO ARREDONDO RENERO" userId="35ea85b5-f4f5-4430-9e6a-af4ae47664e8" providerId="ADAL" clId="{435D35CE-E081-4FD5-9611-78F0CB323FF1}" dt="2026-05-06T18:59:43.930" v="1259" actId="26606"/>
          <ac:cxnSpMkLst>
            <pc:docMk/>
            <pc:sldMk cId="2066731644" sldId="259"/>
            <ac:cxnSpMk id="18" creationId="{07AB7C5C-C091-4C25-B1BD-93E2F6948C92}"/>
          </ac:cxnSpMkLst>
        </pc:cxnChg>
      </pc:sldChg>
      <pc:sldChg chg="addSp delSp modSp new mod setBg">
        <pc:chgData name="GUILLERMO ARREDONDO RENERO" userId="35ea85b5-f4f5-4430-9e6a-af4ae47664e8" providerId="ADAL" clId="{435D35CE-E081-4FD5-9611-78F0CB323FF1}" dt="2026-05-06T19:04:20.662" v="1324" actId="14100"/>
        <pc:sldMkLst>
          <pc:docMk/>
          <pc:sldMk cId="2049997131" sldId="260"/>
        </pc:sldMkLst>
        <pc:spChg chg="mod">
          <ac:chgData name="GUILLERMO ARREDONDO RENERO" userId="35ea85b5-f4f5-4430-9e6a-af4ae47664e8" providerId="ADAL" clId="{435D35CE-E081-4FD5-9611-78F0CB323FF1}" dt="2026-05-06T19:03:47.545" v="1315" actId="26606"/>
          <ac:spMkLst>
            <pc:docMk/>
            <pc:sldMk cId="2049997131" sldId="260"/>
            <ac:spMk id="2" creationId="{5208F8B0-3385-4D41-9C97-B10A4C8DE0A1}"/>
          </ac:spMkLst>
        </pc:spChg>
        <pc:spChg chg="del mod">
          <ac:chgData name="GUILLERMO ARREDONDO RENERO" userId="35ea85b5-f4f5-4430-9e6a-af4ae47664e8" providerId="ADAL" clId="{435D35CE-E081-4FD5-9611-78F0CB323FF1}" dt="2026-05-06T19:03:37.863" v="1314" actId="478"/>
          <ac:spMkLst>
            <pc:docMk/>
            <pc:sldMk cId="2049997131" sldId="260"/>
            <ac:spMk id="3" creationId="{C720FC40-0AF1-415D-823E-7DF4A6109DE0}"/>
          </ac:spMkLst>
        </pc:spChg>
        <pc:spChg chg="add del">
          <ac:chgData name="GUILLERMO ARREDONDO RENERO" userId="35ea85b5-f4f5-4430-9e6a-af4ae47664e8" providerId="ADAL" clId="{435D35CE-E081-4FD5-9611-78F0CB323FF1}" dt="2026-05-06T19:03:47.545" v="1315" actId="26606"/>
          <ac:spMkLst>
            <pc:docMk/>
            <pc:sldMk cId="2049997131" sldId="260"/>
            <ac:spMk id="14" creationId="{578EB459-3385-4BF6-A9E1-154CBA2510D6}"/>
          </ac:spMkLst>
        </pc:spChg>
        <pc:spChg chg="add">
          <ac:chgData name="GUILLERMO ARREDONDO RENERO" userId="35ea85b5-f4f5-4430-9e6a-af4ae47664e8" providerId="ADAL" clId="{435D35CE-E081-4FD5-9611-78F0CB323FF1}" dt="2026-05-06T19:03:47.545" v="1315" actId="26606"/>
          <ac:spMkLst>
            <pc:docMk/>
            <pc:sldMk cId="2049997131" sldId="260"/>
            <ac:spMk id="25" creationId="{E3C5AEA0-F3D5-4C00-996B-F05AF2D4BEE5}"/>
          </ac:spMkLst>
        </pc:spChg>
        <pc:picChg chg="add mod ord">
          <ac:chgData name="GUILLERMO ARREDONDO RENERO" userId="35ea85b5-f4f5-4430-9e6a-af4ae47664e8" providerId="ADAL" clId="{435D35CE-E081-4FD5-9611-78F0CB323FF1}" dt="2026-05-06T19:04:08.101" v="1321" actId="1076"/>
          <ac:picMkLst>
            <pc:docMk/>
            <pc:sldMk cId="2049997131" sldId="260"/>
            <ac:picMk id="5" creationId="{A47CE686-3D60-4DD6-993D-43B342F90734}"/>
          </ac:picMkLst>
        </pc:picChg>
        <pc:picChg chg="add mod">
          <ac:chgData name="GUILLERMO ARREDONDO RENERO" userId="35ea85b5-f4f5-4430-9e6a-af4ae47664e8" providerId="ADAL" clId="{435D35CE-E081-4FD5-9611-78F0CB323FF1}" dt="2026-05-06T19:04:02.098" v="1320" actId="1076"/>
          <ac:picMkLst>
            <pc:docMk/>
            <pc:sldMk cId="2049997131" sldId="260"/>
            <ac:picMk id="7" creationId="{B4C60723-953A-4D27-A023-D0A9C3581F5A}"/>
          </ac:picMkLst>
        </pc:picChg>
        <pc:picChg chg="add mod">
          <ac:chgData name="GUILLERMO ARREDONDO RENERO" userId="35ea85b5-f4f5-4430-9e6a-af4ae47664e8" providerId="ADAL" clId="{435D35CE-E081-4FD5-9611-78F0CB323FF1}" dt="2026-05-06T19:04:20.662" v="1324" actId="14100"/>
          <ac:picMkLst>
            <pc:docMk/>
            <pc:sldMk cId="2049997131" sldId="260"/>
            <ac:picMk id="9" creationId="{C4FF9D20-D2C7-42A6-B2D4-B7EA0DEB9E06}"/>
          </ac:picMkLst>
        </pc:picChg>
        <pc:cxnChg chg="add del">
          <ac:chgData name="GUILLERMO ARREDONDO RENERO" userId="35ea85b5-f4f5-4430-9e6a-af4ae47664e8" providerId="ADAL" clId="{435D35CE-E081-4FD5-9611-78F0CB323FF1}" dt="2026-05-06T19:03:47.545" v="1315" actId="26606"/>
          <ac:cxnSpMkLst>
            <pc:docMk/>
            <pc:sldMk cId="2049997131" sldId="260"/>
            <ac:cxnSpMk id="16" creationId="{1DC20223-0542-4FF7-8F2F-136889161E86}"/>
          </ac:cxnSpMkLst>
        </pc:cxnChg>
        <pc:cxnChg chg="add">
          <ac:chgData name="GUILLERMO ARREDONDO RENERO" userId="35ea85b5-f4f5-4430-9e6a-af4ae47664e8" providerId="ADAL" clId="{435D35CE-E081-4FD5-9611-78F0CB323FF1}" dt="2026-05-06T19:03:47.545" v="1315" actId="26606"/>
          <ac:cxnSpMkLst>
            <pc:docMk/>
            <pc:sldMk cId="2049997131" sldId="260"/>
            <ac:cxnSpMk id="21" creationId="{F64F9B95-9045-48D2-B9F3-2927E98F54AA}"/>
          </ac:cxnSpMkLst>
        </pc:cxnChg>
        <pc:cxnChg chg="add">
          <ac:chgData name="GUILLERMO ARREDONDO RENERO" userId="35ea85b5-f4f5-4430-9e6a-af4ae47664e8" providerId="ADAL" clId="{435D35CE-E081-4FD5-9611-78F0CB323FF1}" dt="2026-05-06T19:03:47.545" v="1315" actId="26606"/>
          <ac:cxnSpMkLst>
            <pc:docMk/>
            <pc:sldMk cId="2049997131" sldId="260"/>
            <ac:cxnSpMk id="23" creationId="{085AA86F-6A4D-4BCB-A045-D992CDC2959B}"/>
          </ac:cxnSpMkLst>
        </pc:cxnChg>
        <pc:cxnChg chg="add">
          <ac:chgData name="GUILLERMO ARREDONDO RENERO" userId="35ea85b5-f4f5-4430-9e6a-af4ae47664e8" providerId="ADAL" clId="{435D35CE-E081-4FD5-9611-78F0CB323FF1}" dt="2026-05-06T19:03:47.545" v="1315" actId="26606"/>
          <ac:cxnSpMkLst>
            <pc:docMk/>
            <pc:sldMk cId="2049997131" sldId="260"/>
            <ac:cxnSpMk id="27" creationId="{A9106CD6-FEEC-42CF-942F-A572AFB83F8D}"/>
          </ac:cxnSpMkLst>
        </pc:cxnChg>
        <pc:cxnChg chg="add">
          <ac:chgData name="GUILLERMO ARREDONDO RENERO" userId="35ea85b5-f4f5-4430-9e6a-af4ae47664e8" providerId="ADAL" clId="{435D35CE-E081-4FD5-9611-78F0CB323FF1}" dt="2026-05-06T19:03:47.545" v="1315" actId="26606"/>
          <ac:cxnSpMkLst>
            <pc:docMk/>
            <pc:sldMk cId="2049997131" sldId="260"/>
            <ac:cxnSpMk id="29" creationId="{5988BA8A-48D5-4F69-BF14-3C1F56EA14EF}"/>
          </ac:cxnSpMkLst>
        </pc:cxnChg>
      </pc:sldChg>
      <pc:sldMasterChg chg="del addSldLayout delSldLayout">
        <pc:chgData name="GUILLERMO ARREDONDO RENERO" userId="35ea85b5-f4f5-4430-9e6a-af4ae47664e8" providerId="ADAL" clId="{435D35CE-E081-4FD5-9611-78F0CB323FF1}" dt="2026-05-06T18:42:38.357" v="547" actId="26606"/>
        <pc:sldMasterMkLst>
          <pc:docMk/>
          <pc:sldMasterMk cId="3205066944" sldId="2147483648"/>
        </pc:sldMasterMkLst>
        <pc:sldLayoutChg chg="add del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3205066944" sldId="2147483648"/>
            <pc:sldLayoutMk cId="2657191823" sldId="2147483649"/>
          </pc:sldLayoutMkLst>
        </pc:sldLayoutChg>
      </pc:sldMasterChg>
      <pc:sldMasterChg chg="add addSldLayout">
        <pc:chgData name="GUILLERMO ARREDONDO RENERO" userId="35ea85b5-f4f5-4430-9e6a-af4ae47664e8" providerId="ADAL" clId="{435D35CE-E081-4FD5-9611-78F0CB323FF1}" dt="2026-05-06T18:42:38.357" v="547" actId="26606"/>
        <pc:sldMasterMkLst>
          <pc:docMk/>
          <pc:sldMasterMk cId="2149685302" sldId="2147483699"/>
        </pc:sldMasterMkLst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168520955" sldId="2147483688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1438779654" sldId="2147483689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4051714876" sldId="2147483690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3022438742" sldId="2147483691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3098252942" sldId="2147483692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2374031352" sldId="2147483693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3321386948" sldId="2147483694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89181014" sldId="2147483695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2922191768" sldId="2147483696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1923729240" sldId="2147483697"/>
          </pc:sldLayoutMkLst>
        </pc:sldLayoutChg>
        <pc:sldLayoutChg chg="add">
          <pc:chgData name="GUILLERMO ARREDONDO RENERO" userId="35ea85b5-f4f5-4430-9e6a-af4ae47664e8" providerId="ADAL" clId="{435D35CE-E081-4FD5-9611-78F0CB323FF1}" dt="2026-05-06T18:42:38.357" v="547" actId="26606"/>
          <pc:sldLayoutMkLst>
            <pc:docMk/>
            <pc:sldMasterMk cId="2149685302" sldId="2147483699"/>
            <pc:sldLayoutMk cId="506619754" sldId="214748369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8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1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9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2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1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5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7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1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3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3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68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205556-8EB3-42EA-9D74-D299E02AE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6239599" cy="13075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Predicciones de impago &amp; pago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698BA574-0716-4D82-BAEC-481AD94BA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2221992"/>
            <a:ext cx="6239599" cy="39410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Conjunto de </a:t>
            </a:r>
            <a:r>
              <a:rPr lang="en-US" b="1" dirty="0" err="1"/>
              <a:t>datos</a:t>
            </a:r>
            <a:endParaRPr lang="en-US" b="1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UCI Credit Card (29,601 / 30,000 </a:t>
            </a:r>
            <a:r>
              <a:rPr lang="en-US" dirty="0" err="1"/>
              <a:t>registros</a:t>
            </a:r>
            <a:r>
              <a:rPr lang="en-US" dirty="0"/>
              <a:t> </a:t>
            </a:r>
            <a:r>
              <a:rPr lang="en-US" dirty="0" err="1"/>
              <a:t>limpios</a:t>
            </a:r>
            <a:r>
              <a:rPr lang="en-US" dirty="0"/>
              <a:t>)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b="1" dirty="0" err="1"/>
              <a:t>Clasificación</a:t>
            </a:r>
            <a:r>
              <a:rPr lang="en-US" b="1" dirty="0"/>
              <a:t> </a:t>
            </a:r>
            <a:r>
              <a:rPr lang="en-US" b="1" dirty="0" err="1"/>
              <a:t>binaria</a:t>
            </a:r>
            <a:endParaRPr lang="en-US" b="1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 err="1"/>
              <a:t>Regresión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endParaRPr lang="en-US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XG Boost (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ensamble</a:t>
            </a:r>
            <a:r>
              <a:rPr lang="en-US" dirty="0"/>
              <a:t> con boosting)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b="1" dirty="0" err="1"/>
              <a:t>Regresión</a:t>
            </a:r>
            <a:r>
              <a:rPr lang="en-US" b="1" dirty="0"/>
              <a:t> (</a:t>
            </a:r>
            <a:r>
              <a:rPr lang="en-US" b="1" dirty="0" err="1"/>
              <a:t>predicción</a:t>
            </a:r>
            <a:r>
              <a:rPr lang="en-US" b="1" dirty="0"/>
              <a:t> continua)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 err="1"/>
              <a:t>Regresión</a:t>
            </a:r>
            <a:r>
              <a:rPr lang="en-US" dirty="0"/>
              <a:t> lineal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 err="1"/>
              <a:t>Perceptrón</a:t>
            </a:r>
            <a:r>
              <a:rPr lang="en-US" dirty="0"/>
              <a:t> Multi </a:t>
            </a:r>
            <a:r>
              <a:rPr lang="en-US" dirty="0" err="1"/>
              <a:t>capa</a:t>
            </a:r>
            <a:r>
              <a:rPr lang="en-US" dirty="0"/>
              <a:t> (Red Neuronal Simple) con </a:t>
            </a:r>
            <a:r>
              <a:rPr lang="en-US" dirty="0" err="1"/>
              <a:t>DropOut</a:t>
            </a:r>
            <a:endParaRPr lang="en-U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1B0F92A-909E-42A9-8579-E6D18AA3000E}"/>
              </a:ext>
            </a:extLst>
          </p:cNvPr>
          <p:cNvCxnSpPr>
            <a:cxnSpLocks/>
          </p:cNvCxnSpPr>
          <p:nvPr/>
        </p:nvCxnSpPr>
        <p:spPr>
          <a:xfrm>
            <a:off x="7620000" y="2448910"/>
            <a:ext cx="0" cy="3972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ítulo 2">
            <a:extLst>
              <a:ext uri="{FF2B5EF4-FFF2-40B4-BE49-F238E27FC236}">
                <a16:creationId xmlns:a16="http://schemas.microsoft.com/office/drawing/2014/main" id="{4DF0C9E4-A071-4418-93AD-5F4EFF97FF78}"/>
              </a:ext>
            </a:extLst>
          </p:cNvPr>
          <p:cNvSpPr txBox="1">
            <a:spLocks/>
          </p:cNvSpPr>
          <p:nvPr/>
        </p:nvSpPr>
        <p:spPr>
          <a:xfrm>
            <a:off x="7919440" y="2221992"/>
            <a:ext cx="3799594" cy="39410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Variables extra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 err="1"/>
              <a:t>Margenes</a:t>
            </a:r>
            <a:r>
              <a:rPr lang="en-US" dirty="0"/>
              <a:t> </a:t>
            </a:r>
            <a:r>
              <a:rPr lang="en-US" dirty="0" err="1"/>
              <a:t>financieros</a:t>
            </a:r>
            <a:r>
              <a:rPr lang="en-US" dirty="0"/>
              <a:t> (</a:t>
            </a:r>
            <a:r>
              <a:rPr lang="en-US" dirty="0" err="1"/>
              <a:t>utilización</a:t>
            </a:r>
            <a:r>
              <a:rPr lang="en-US" dirty="0"/>
              <a:t>, </a:t>
            </a:r>
            <a:r>
              <a:rPr lang="en-US" dirty="0" err="1"/>
              <a:t>proporciones</a:t>
            </a:r>
            <a:r>
              <a:rPr lang="en-US" dirty="0"/>
              <a:t> de </a:t>
            </a:r>
            <a:r>
              <a:rPr lang="en-US" dirty="0" err="1"/>
              <a:t>pago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 err="1"/>
              <a:t>Estadísticas</a:t>
            </a:r>
            <a:r>
              <a:rPr lang="en-US" dirty="0"/>
              <a:t> de </a:t>
            </a:r>
            <a:r>
              <a:rPr lang="en-US" dirty="0" err="1"/>
              <a:t>pagos</a:t>
            </a:r>
            <a:r>
              <a:rPr lang="en-US" dirty="0"/>
              <a:t> y </a:t>
            </a:r>
            <a:r>
              <a:rPr lang="en-US" dirty="0" err="1"/>
              <a:t>atrasos</a:t>
            </a:r>
            <a:endParaRPr lang="en-US" dirty="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 err="1"/>
              <a:t>Tendencias</a:t>
            </a:r>
            <a:r>
              <a:rPr lang="en-US" dirty="0"/>
              <a:t> y </a:t>
            </a:r>
            <a:r>
              <a:rPr lang="en-US" dirty="0" err="1"/>
              <a:t>comportamientos</a:t>
            </a:r>
            <a:r>
              <a:rPr lang="en-US" dirty="0"/>
              <a:t> </a:t>
            </a:r>
            <a:r>
              <a:rPr lang="en-US" dirty="0" err="1"/>
              <a:t>sospechosos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73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F309D-2CF2-4E29-8A31-5FE50671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3522981"/>
            <a:ext cx="5395912" cy="712688"/>
          </a:xfrm>
        </p:spPr>
        <p:txBody>
          <a:bodyPr>
            <a:normAutofit/>
          </a:bodyPr>
          <a:lstStyle/>
          <a:p>
            <a:r>
              <a:rPr lang="es-MX" dirty="0" err="1"/>
              <a:t>CantIDAD</a:t>
            </a:r>
            <a:r>
              <a:rPr lang="es-MX" dirty="0"/>
              <a:t> pagada</a:t>
            </a:r>
          </a:p>
        </p:txBody>
      </p:sp>
      <p:graphicFrame>
        <p:nvGraphicFramePr>
          <p:cNvPr id="10" name="Tabla 10">
            <a:extLst>
              <a:ext uri="{FF2B5EF4-FFF2-40B4-BE49-F238E27FC236}">
                <a16:creationId xmlns:a16="http://schemas.microsoft.com/office/drawing/2014/main" id="{CF74BD90-CBA2-473C-995E-2F7841197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96832"/>
              </p:ext>
            </p:extLst>
          </p:nvPr>
        </p:nvGraphicFramePr>
        <p:xfrm>
          <a:off x="700088" y="1696983"/>
          <a:ext cx="106918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362">
                  <a:extLst>
                    <a:ext uri="{9D8B030D-6E8A-4147-A177-3AD203B41FA5}">
                      <a16:colId xmlns:a16="http://schemas.microsoft.com/office/drawing/2014/main" val="1258685659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3300549531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2866364880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4085855277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3102132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Clasificación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GINI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380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Logística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74.37%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61.46%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51.75%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48.75%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9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highlight>
                            <a:srgbClr val="FFFF00"/>
                          </a:highlight>
                        </a:rPr>
                        <a:t>XG </a:t>
                      </a:r>
                      <a:r>
                        <a:rPr lang="es-MX" dirty="0" err="1">
                          <a:highlight>
                            <a:srgbClr val="FFFF00"/>
                          </a:highlight>
                        </a:rPr>
                        <a:t>Boost</a:t>
                      </a:r>
                      <a:endParaRPr lang="es-MX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77.73%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rgbClr val="FF0000"/>
                          </a:solidFill>
                        </a:rPr>
                        <a:t>37.69%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48.94%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55.54%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03940"/>
                  </a:ext>
                </a:extLst>
              </a:tr>
            </a:tbl>
          </a:graphicData>
        </a:graphic>
      </p:graphicFrame>
      <p:sp>
        <p:nvSpPr>
          <p:cNvPr id="4" name="Título 1">
            <a:extLst>
              <a:ext uri="{FF2B5EF4-FFF2-40B4-BE49-F238E27FC236}">
                <a16:creationId xmlns:a16="http://schemas.microsoft.com/office/drawing/2014/main" id="{E0ACACE4-BBAE-443E-8D7B-453FC5D5305C}"/>
              </a:ext>
            </a:extLst>
          </p:cNvPr>
          <p:cNvSpPr txBox="1">
            <a:spLocks/>
          </p:cNvSpPr>
          <p:nvPr/>
        </p:nvSpPr>
        <p:spPr>
          <a:xfrm>
            <a:off x="700088" y="914908"/>
            <a:ext cx="2326891" cy="787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Impago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a 11">
                <a:extLst>
                  <a:ext uri="{FF2B5EF4-FFF2-40B4-BE49-F238E27FC236}">
                    <a16:creationId xmlns:a16="http://schemas.microsoft.com/office/drawing/2014/main" id="{355D1AAD-44E7-4562-8755-8643C65FF2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090719"/>
                  </p:ext>
                </p:extLst>
              </p:nvPr>
            </p:nvGraphicFramePr>
            <p:xfrm>
              <a:off x="700088" y="4462274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19641525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37071546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07515194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788496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Regresión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RMSE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9799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highlight>
                                <a:srgbClr val="FFFF00"/>
                              </a:highlight>
                            </a:rPr>
                            <a:t>Ridge-Lasso (EN)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3.38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1.27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35.62%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46728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dirty="0" err="1"/>
                            <a:t>MLP+DropOut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2.61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0.57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61.72%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32548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a 11">
                <a:extLst>
                  <a:ext uri="{FF2B5EF4-FFF2-40B4-BE49-F238E27FC236}">
                    <a16:creationId xmlns:a16="http://schemas.microsoft.com/office/drawing/2014/main" id="{355D1AAD-44E7-4562-8755-8643C65FF2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090719"/>
                  </p:ext>
                </p:extLst>
              </p:nvPr>
            </p:nvGraphicFramePr>
            <p:xfrm>
              <a:off x="700088" y="4462274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19641525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37071546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07515194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788496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Regresión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RMSE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8197" r="-119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9799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highlight>
                                <a:srgbClr val="FFFF00"/>
                              </a:highlight>
                            </a:rPr>
                            <a:t>Ridge-Lasso (EN)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3.38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1.27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35.62%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46728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dirty="0" err="1"/>
                            <a:t>MLP+DropOut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2.61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0.57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61.72%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32548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Globo: flecha izquierda 15">
            <a:extLst>
              <a:ext uri="{FF2B5EF4-FFF2-40B4-BE49-F238E27FC236}">
                <a16:creationId xmlns:a16="http://schemas.microsoft.com/office/drawing/2014/main" id="{E7C0EA15-E060-4CDD-8AD8-0E0D18E652E4}"/>
              </a:ext>
            </a:extLst>
          </p:cNvPr>
          <p:cNvSpPr/>
          <p:nvPr/>
        </p:nvSpPr>
        <p:spPr>
          <a:xfrm>
            <a:off x="8902262" y="4048498"/>
            <a:ext cx="3174124" cy="1753211"/>
          </a:xfrm>
          <a:prstGeom prst="leftArrowCallou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Mejor en estabilidad e interpretabilidad, pero mala visualización de residuales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6BCA2A9F-8BCA-43D6-8B06-8DEFC3F458EE}"/>
              </a:ext>
            </a:extLst>
          </p:cNvPr>
          <p:cNvCxnSpPr>
            <a:endCxn id="10" idx="2"/>
          </p:cNvCxnSpPr>
          <p:nvPr/>
        </p:nvCxnSpPr>
        <p:spPr>
          <a:xfrm rot="10800000">
            <a:off x="6045994" y="2809504"/>
            <a:ext cx="1016959" cy="6194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07CE325-329F-4E30-B58D-B1FADB90C679}"/>
              </a:ext>
            </a:extLst>
          </p:cNvPr>
          <p:cNvSpPr txBox="1"/>
          <p:nvPr/>
        </p:nvSpPr>
        <p:spPr>
          <a:xfrm>
            <a:off x="7136524" y="3036108"/>
            <a:ext cx="3300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Podría enfocarse más en el </a:t>
            </a:r>
            <a:r>
              <a:rPr lang="es-MX" dirty="0" err="1"/>
              <a:t>recall</a:t>
            </a:r>
            <a:r>
              <a:rPr lang="es-MX" dirty="0"/>
              <a:t> en lugar de AUC-ROC </a:t>
            </a:r>
          </a:p>
        </p:txBody>
      </p:sp>
    </p:spTree>
    <p:extLst>
      <p:ext uri="{BB962C8B-B14F-4D97-AF65-F5344CB8AC3E}">
        <p14:creationId xmlns:p14="http://schemas.microsoft.com/office/powerpoint/2010/main" val="100754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ABB97-EDA2-4831-846F-70C2E1E5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Conclusiones y Futuros 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F8734F-3C50-403D-B77D-AA7613E71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267" y="2236812"/>
            <a:ext cx="5395365" cy="3739896"/>
          </a:xfrm>
        </p:spPr>
        <p:txBody>
          <a:bodyPr>
            <a:normAutofit fontScale="70000" lnSpcReduction="20000"/>
          </a:bodyPr>
          <a:lstStyle/>
          <a:p>
            <a:r>
              <a:rPr lang="es-MX" b="1" dirty="0"/>
              <a:t>No hay modelo bueno, solo menos peor: </a:t>
            </a:r>
          </a:p>
          <a:p>
            <a:pPr lvl="1"/>
            <a:r>
              <a:rPr lang="es-MX" dirty="0"/>
              <a:t>La variable objetivo de pago tiene un sesgo muy fuerte, incluso con escalamiento. Una mejor oportunidad de mejorar la predicción sería establecer umbrales/niveles en lugar de cantidades exactas.</a:t>
            </a:r>
          </a:p>
          <a:p>
            <a:pPr lvl="1"/>
            <a:r>
              <a:rPr lang="es-MX" dirty="0"/>
              <a:t>Aun con nuevas variables con buena relación con el objetivo, no se logra buen desempeño.</a:t>
            </a:r>
          </a:p>
          <a:p>
            <a:r>
              <a:rPr lang="es-MX" b="1" dirty="0"/>
              <a:t>MLP</a:t>
            </a:r>
            <a:r>
              <a:rPr lang="es-MX" dirty="0"/>
              <a:t> parece ser un modelo </a:t>
            </a:r>
            <a:r>
              <a:rPr lang="es-MX" b="1" dirty="0"/>
              <a:t>sobre ajustado </a:t>
            </a:r>
            <a:r>
              <a:rPr lang="es-MX" dirty="0"/>
              <a:t>y una herramienta mucho más compleja en interpretabilidad y recursos de lo necesario. </a:t>
            </a:r>
          </a:p>
          <a:p>
            <a:r>
              <a:rPr lang="es-MX" dirty="0"/>
              <a:t>Hay que </a:t>
            </a:r>
            <a:r>
              <a:rPr lang="es-MX" b="1" dirty="0"/>
              <a:t>establecer umbrales</a:t>
            </a:r>
            <a:r>
              <a:rPr lang="es-MX" dirty="0"/>
              <a:t> para clientes con brechas de pago grandes ya que no alcanzan a cubrir sus pagos a futuro. </a:t>
            </a:r>
          </a:p>
          <a:p>
            <a:pPr lvl="1"/>
            <a:r>
              <a:rPr lang="es-MX" b="1" dirty="0"/>
              <a:t>Establecer estrategias</a:t>
            </a:r>
            <a:r>
              <a:rPr lang="es-MX" dirty="0"/>
              <a:t> de tasas o recuperación para clientes en situaciones de retraso</a:t>
            </a:r>
          </a:p>
          <a:p>
            <a:pPr lvl="1"/>
            <a:r>
              <a:rPr lang="es-MX" dirty="0"/>
              <a:t>Relación con falta de compromiso de pago; robustecer estrategias de cobranza</a:t>
            </a:r>
          </a:p>
          <a:p>
            <a:pPr lvl="1"/>
            <a:endParaRPr lang="es-MX" dirty="0"/>
          </a:p>
          <a:p>
            <a:pPr lvl="1"/>
            <a:endParaRPr lang="es-MX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D9423CD-0FA5-4BB2-B576-76BFC33B61BF}"/>
              </a:ext>
            </a:extLst>
          </p:cNvPr>
          <p:cNvSpPr txBox="1">
            <a:spLocks/>
          </p:cNvSpPr>
          <p:nvPr/>
        </p:nvSpPr>
        <p:spPr>
          <a:xfrm>
            <a:off x="650902" y="2203704"/>
            <a:ext cx="53953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 </a:t>
            </a:r>
            <a:r>
              <a:rPr lang="es-MX" b="1" dirty="0"/>
              <a:t>XG </a:t>
            </a:r>
            <a:r>
              <a:rPr lang="es-MX" b="1" dirty="0" err="1"/>
              <a:t>Boost</a:t>
            </a:r>
            <a:r>
              <a:rPr lang="es-MX" b="1" dirty="0"/>
              <a:t> </a:t>
            </a:r>
            <a:r>
              <a:rPr lang="es-MX" dirty="0"/>
              <a:t>es el mejor modelo entre los dos implementados:</a:t>
            </a:r>
          </a:p>
          <a:p>
            <a:pPr lvl="1"/>
            <a:r>
              <a:rPr lang="es-MX" dirty="0"/>
              <a:t>Tiene mejores métricas en general:</a:t>
            </a:r>
          </a:p>
          <a:p>
            <a:pPr lvl="2"/>
            <a:r>
              <a:rPr lang="es-MX" dirty="0"/>
              <a:t>Desempeño</a:t>
            </a:r>
          </a:p>
          <a:p>
            <a:pPr lvl="2"/>
            <a:r>
              <a:rPr lang="es-MX" dirty="0"/>
              <a:t>Estabilidad entre entrenamiento, validación y prueba</a:t>
            </a:r>
          </a:p>
          <a:p>
            <a:r>
              <a:rPr lang="es-MX" dirty="0"/>
              <a:t>Hay </a:t>
            </a:r>
            <a:r>
              <a:rPr lang="es-MX" b="1" dirty="0"/>
              <a:t>consistencia en las variables importantes</a:t>
            </a:r>
            <a:r>
              <a:rPr lang="es-MX" dirty="0"/>
              <a:t>:</a:t>
            </a:r>
          </a:p>
          <a:p>
            <a:pPr lvl="1"/>
            <a:r>
              <a:rPr lang="es-MX" dirty="0"/>
              <a:t>Pagos recientes (promedios y estados)</a:t>
            </a:r>
          </a:p>
          <a:p>
            <a:pPr lvl="1"/>
            <a:r>
              <a:rPr lang="es-MX" dirty="0"/>
              <a:t>Retrasos severos </a:t>
            </a:r>
          </a:p>
          <a:p>
            <a:pPr lvl="1"/>
            <a:r>
              <a:rPr lang="es-MX" dirty="0"/>
              <a:t>Límite de crédito: es importante revisar si se están </a:t>
            </a:r>
            <a:r>
              <a:rPr lang="es-MX" b="1" dirty="0"/>
              <a:t>otorgando líneas inmanejables </a:t>
            </a:r>
            <a:r>
              <a:rPr lang="es-MX" dirty="0"/>
              <a:t>para los clientes</a:t>
            </a:r>
          </a:p>
          <a:p>
            <a:pPr lvl="1"/>
            <a:r>
              <a:rPr lang="es-MX" dirty="0"/>
              <a:t>Ajustar el umbral de discriminación según el interés de la empresa: </a:t>
            </a:r>
            <a:r>
              <a:rPr lang="es-MX" dirty="0" err="1"/>
              <a:t>recall</a:t>
            </a:r>
            <a:r>
              <a:rPr lang="es-MX" dirty="0"/>
              <a:t> = reducción de cartera total a costa de eliminación de malos.</a:t>
            </a:r>
          </a:p>
          <a:p>
            <a:pPr lvl="2"/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35DD63-1651-48F3-9367-57C92A674DA0}"/>
              </a:ext>
            </a:extLst>
          </p:cNvPr>
          <p:cNvSpPr txBox="1"/>
          <p:nvPr/>
        </p:nvSpPr>
        <p:spPr>
          <a:xfrm>
            <a:off x="7304690" y="1807779"/>
            <a:ext cx="322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Predicción de pago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2FD197-4089-4A9F-BD4C-8503C9E1C7F1}"/>
              </a:ext>
            </a:extLst>
          </p:cNvPr>
          <p:cNvSpPr txBox="1"/>
          <p:nvPr/>
        </p:nvSpPr>
        <p:spPr>
          <a:xfrm>
            <a:off x="1508234" y="1738726"/>
            <a:ext cx="322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Impago</a:t>
            </a:r>
          </a:p>
        </p:txBody>
      </p:sp>
    </p:spTree>
    <p:extLst>
      <p:ext uri="{BB962C8B-B14F-4D97-AF65-F5344CB8AC3E}">
        <p14:creationId xmlns:p14="http://schemas.microsoft.com/office/powerpoint/2010/main" val="232266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690BBE-49A4-4B44-A0D3-AD1C6488B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es-MX" dirty="0"/>
              <a:t>Extras - clasificación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AC3400C0-E2FE-4953-B3AA-B86B387E3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1632014"/>
            <a:ext cx="5191850" cy="2343477"/>
          </a:xfrm>
        </p:spPr>
      </p:pic>
      <p:pic>
        <p:nvPicPr>
          <p:cNvPr id="5" name="Marcador de contenido 4" descr="Gráfico, Gráfico de barras, Gráfico de embudo&#10;&#10;Descripción generada automáticamente">
            <a:extLst>
              <a:ext uri="{FF2B5EF4-FFF2-40B4-BE49-F238E27FC236}">
                <a16:creationId xmlns:a16="http://schemas.microsoft.com/office/drawing/2014/main" id="{6FFACC7B-BFB9-44B9-8A9B-0D6002F1B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1" y="641120"/>
            <a:ext cx="5472508" cy="436432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Gráfico, Gráfico de líneas, Gráfico de dispersión&#10;&#10;Descripción generada automáticamente">
            <a:extLst>
              <a:ext uri="{FF2B5EF4-FFF2-40B4-BE49-F238E27FC236}">
                <a16:creationId xmlns:a16="http://schemas.microsoft.com/office/drawing/2014/main" id="{F2705F96-4FE8-4814-9BD7-3451F6ECC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9" y="4514523"/>
            <a:ext cx="6648161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3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3C5AEA0-F3D5-4C00-996B-F05AF2D4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08F8B0-3385-4D41-9C97-B10A4C8D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8"/>
            <a:ext cx="10744200" cy="17214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EXTRAS - REGRESIÓN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106CD6-FEEC-42CF-942F-A572AFB8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B4C60723-953A-4D27-A023-D0A9C3581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17" y="1955805"/>
            <a:ext cx="5114783" cy="40918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47CE686-3D60-4DD6-993D-43B342F90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250" y="3122352"/>
            <a:ext cx="4122643" cy="29373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4FF9D20-D2C7-42A6-B2D4-B7EA0DEB9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250" y="1595659"/>
            <a:ext cx="4121814" cy="145293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88BA8A-48D5-4F69-BF14-3C1F56EA1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99713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360</Words>
  <Application>Microsoft Office PowerPoint</Application>
  <PresentationFormat>Panorámica</PresentationFormat>
  <Paragraphs>65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Calisto MT</vt:lpstr>
      <vt:lpstr>Cambria Math</vt:lpstr>
      <vt:lpstr>Univers Condensed</vt:lpstr>
      <vt:lpstr>ChronicleVTI</vt:lpstr>
      <vt:lpstr>Predicciones de impago &amp; pago</vt:lpstr>
      <vt:lpstr>CantIDAD pagada</vt:lpstr>
      <vt:lpstr>Conclusiones y Futuros pasos</vt:lpstr>
      <vt:lpstr>Extras - clasificación</vt:lpstr>
      <vt:lpstr>EXTRAS - REGRESIÓN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Predicciones de impago &amp; pago</dc:title>
  <dc:creator>GUILLERMO ARREDONDO RENERO</dc:creator>
  <cp:lastModifiedBy>GUILLERMO ARREDONDO RENERO</cp:lastModifiedBy>
  <cp:revision>1</cp:revision>
  <dcterms:created xsi:type="dcterms:W3CDTF">2026-05-06T15:20:07Z</dcterms:created>
  <dcterms:modified xsi:type="dcterms:W3CDTF">2026-05-07T00:33:56Z</dcterms:modified>
</cp:coreProperties>
</file>